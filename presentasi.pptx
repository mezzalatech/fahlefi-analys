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9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2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11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7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8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4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7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2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0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14C357-B59D-401F-99E4-2DE32B02C9A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BF38F9-AF89-49E0-B82D-1CED8BC27B2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38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C2FD-26B7-705C-C5FA-DF3E52C5C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HASIL REKAP SERI 2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>
                <a:latin typeface="Arial Rounded MT Bold" panose="020F0704030504030204" pitchFamily="34" charset="0"/>
              </a:rPr>
              <a:t>PROFESIONAL FUTSAL LEAGUE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2000" dirty="0">
                <a:latin typeface="Arial Rounded MT Bold" panose="020F0704030504030204" pitchFamily="34" charset="0"/>
              </a:rPr>
              <a:t>2023-2024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EFA1E-F262-36E2-7077-CE9E4EF5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034" y="691994"/>
            <a:ext cx="3279932" cy="35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9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2B24D6-0583-19DD-031F-4F79C674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51" y="1018867"/>
            <a:ext cx="9595898" cy="482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2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791554-5EC5-F3AB-89B6-A407E0F64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039" y="180234"/>
            <a:ext cx="8327922" cy="600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8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665097-1683-A662-4BF7-276A4727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02" y="183781"/>
            <a:ext cx="8639995" cy="59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5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4DDC4C-2B4E-5065-DEAD-1A39D17C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798" y="125872"/>
            <a:ext cx="5301737" cy="600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3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82F9E0-2050-8D61-4355-DE81C54DB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96" y="1111044"/>
            <a:ext cx="11267207" cy="436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1FD717-B062-3A78-845A-C7D2825EB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09" y="844140"/>
            <a:ext cx="10688382" cy="480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1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67ADB4-AF59-FD3B-C533-5E10FACE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08" y="1026088"/>
            <a:ext cx="10662984" cy="480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8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CD9897-BF7F-21E1-1B6D-85C48A14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8" y="771728"/>
            <a:ext cx="10492143" cy="51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9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99DAFD-C743-13D4-D966-86C684080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36" y="1323462"/>
            <a:ext cx="10910527" cy="369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6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11477A-776D-DF81-F373-063A75D1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37" y="1061370"/>
            <a:ext cx="11062926" cy="450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9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B522EA-24B9-C946-4DA5-6B93DCDC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23" y="1383634"/>
            <a:ext cx="10546553" cy="409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5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7DC96B-95A5-E994-AE0C-50AE70E1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10" y="1000316"/>
            <a:ext cx="10573979" cy="48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3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223542-7638-BFE7-7C56-9976D5F21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1" y="149619"/>
            <a:ext cx="10511197" cy="606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13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B3D588-D3AB-C69B-AF15-0629E9957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29" y="1109663"/>
            <a:ext cx="10964942" cy="463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12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065C53-FF69-93EC-CF51-8B28F84EA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21" y="215905"/>
            <a:ext cx="10189958" cy="597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35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9830C-FF7C-6A6C-CA1C-95F3B8F23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172" y="1768623"/>
            <a:ext cx="3279655" cy="351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867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18</TotalTime>
  <Words>10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 Rounded MT Bold</vt:lpstr>
      <vt:lpstr>Calibri</vt:lpstr>
      <vt:lpstr>Calibri Light</vt:lpstr>
      <vt:lpstr>Retrospect</vt:lpstr>
      <vt:lpstr>HASIL REKAP SERI 2 PROFESIONAL FUTSAL LEAGUE 2023-2024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MUAMAR HIDAYAT</dc:creator>
  <cp:lastModifiedBy>MUAMAR HIDAYAT</cp:lastModifiedBy>
  <cp:revision>1</cp:revision>
  <dcterms:created xsi:type="dcterms:W3CDTF">2024-08-11T03:45:39Z</dcterms:created>
  <dcterms:modified xsi:type="dcterms:W3CDTF">2024-08-11T04:03:51Z</dcterms:modified>
</cp:coreProperties>
</file>