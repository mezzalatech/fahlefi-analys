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PORPROV PASER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EVALUASI &amp; REKAPITULASI PORPROV PASER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EVALUASI &amp; REKAPITULASI TAKTIKAL • PORPROV PASER • Musim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FAHLEFI FUTSAL ANALYTICS PLATFORM • EXECUTIVE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REKAPITULASI PERTANDINGAN SERI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Pertandingan: 2 Laga | Poin: 6 | GF: 12 | GA: 5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914400"/>
                <a:gridCol w="914400"/>
                <a:gridCol w="3200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 HOME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 AWAY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Porprov Paser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Nazara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Porprov Paser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Penajam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AKUMULASI GOL PEMAIN (PER MATCH)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PEMAIN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GOL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Pahrul Zaini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Wirawan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Arya Firjatullah Al Malik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Galang Ramadhan Akbar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Rakha Ahmadin Maulid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Rasya Rahmadan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Tsaqif Alkautsar Rahman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Aderian Rizqon Toyba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Afghan Trihartanto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Bintang Yakusa Sugiarto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Arya Alfiansyah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Arifin Nurcahyo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Zevano Adelio Wibowo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Maulana Muhammad Ibrahim Rumy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AKUMULASI ASSIST PEMAIN (PER MATCH)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PEMAIN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ASSIST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Wirawan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Arya Alfiansyah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Pahrul Zaini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Galang Ramadhan Akbar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Rakha Ahmadin Maulid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Rasya Rahmadan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Tsaqif Alkautsar Rahman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Aderian Rizqon Toyba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Afghan Trihartanto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Bintang Yakusa Sugiarto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Arya Firjatullah Al Malik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Arifin Nurcahyo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Zevano Adelio Wibowo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Maulana Muhammad Ibrahim Rumy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REKAPITULASI KEDISIPLINAN &amp; KARTU (SERI)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1645920"/>
                <a:gridCol w="1645920"/>
                <a:gridCol w="164592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PEMAIN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KARTU KUNING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KARTU MERAH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KARTU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AKUMULASI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Galang Ramadhan Akbar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HUKUMAN MERAH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Wirawan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Rakha Ahmadin Maulid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Rasya Rahmadan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Tsaqif Alkautsar Rahman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Aderian Rizqon Toyba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Afghan Trihartanto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Bintang Yakusa Sugiarto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Arya Alfiansyah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Arya Firjatullah Al Malik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Arifin Nurcahyo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Zevano Adelio Wibowo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Pahrul Zaini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Maulana Muhammad Ibrahim Rumy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 TAKTIKAL: PORPROV PASER VS NAZARA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0" y="411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HASIL: 5 - 2 (MENANG)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212080" cy="5303520"/>
          </a:xfrm>
          <a:prstGeom prst="roundRect">
            <a:avLst>
              <a:gd name="adj" fmla="val 1754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ANALISA GOL (5 GOL)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1: Muhammad Galang Ramadhan Akbar (Babak 1)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8379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Tim (goal) oleh #1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" y="20391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Arifin - Wirawan - Pahrul - Galang - Arya Pivot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2: Muhammad Pahrul Zaini (Babak 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25877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Tim (goal) oleh #12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Arifin - Wirawan - Pahrul - Galang - Arya Pivot 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3: Muhammad Arya Firjatullah Al Malik (Babak 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Tim (goal) oleh #9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35387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Arifin - Wirawan - Pahrul - Galang - Arya Pivot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4: Arya Alfiansyah (Babak 2)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40873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Tim (goal) oleh #8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428853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Arifin - Wirawan - Pahrul - Galang - Arya Pivot 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5994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5: Muhammad Arya Firjatullah Al Malik (Babak 1)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483717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Open Play Goal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Arifin - Wirawan - Pahrul - Galang - Arya Pivot 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5212080" cy="5303520"/>
          </a:xfrm>
          <a:prstGeom prst="roundRect">
            <a:avLst>
              <a:gd name="adj" fmla="val 1754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143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ANALISA KEBOBOLAN (2 GOL LAWAN)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6002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Kebobolan 1 (Babak 2)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18379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Lawan (goal)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20391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 Bertahan: [ Arifin - Wirawan - Pahrul - Galang - Arya Pivot 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3500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Kebobolan 2 (Babak 2)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25877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Lawan (goal)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 Bertahan: [ Arifin - Wirawan - Pahrul - Galang - Arya Pivot 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 TAKTIKAL: PORPROV PASER VS PENAJAM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0" y="411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HASIL: 12 - 3 (MENANG)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212080" cy="5303520"/>
          </a:xfrm>
          <a:prstGeom prst="roundRect">
            <a:avLst>
              <a:gd name="adj" fmla="val 1754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ANALISA GOL (12 GOL)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1: Pencetak Gol (Babak 1)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8379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At Positional | Assist: Wirawan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" y="20391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Galang - Wirawan - Akmal - Arya - Pahrul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2: Pencetak Gol (Babak 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25877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Counter Attack | Assist: Arya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Akmal - Sakur - Aqif - Arya Pivot - Ibra 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3: Pencetak Gol (Babak 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Counter Attack | Assist: Wirawan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35387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Galang - Arya - Wirawan - Pahrul - Arifin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4: Pencetak Gol (Babak 1)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40873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Tim (goal)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428853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Galang - Akmal - Wirawan - Arya Pivot - Pahrul 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5994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5: Muhammad Wirawan (Babak 2)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483717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At Positional | Assist: Pahrul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Galang - Arya - Arifin - Pahrul - Wirawan 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53492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 6: Muhammad Pahrul Zaini (Babak 2)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" y="558698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Counter Attack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97280" y="57881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Lineup: [ Galang - Arya - Arifin - Pahrul - Wirawan 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5212080" cy="5303520"/>
          </a:xfrm>
          <a:prstGeom prst="roundRect">
            <a:avLst>
              <a:gd name="adj" fmla="val 1754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143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ANALISA KEBOBOLAN (3 GOL LAWAN)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16002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Kebobolan 1 (Babak 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18379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Lawan (goal)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20391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 Bertahan: [ Galang - Akmal - Wirawan - Arya Pivot - Pahrul 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3500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Kebobolan 2 (Babak 1)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25877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Lawan (goal)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0" y="278892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 Bertahan: [ Galang - Akmal - Wirawan - Arya Pivot - Pahrul 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099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Kebobolan 3 (Babak 1)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333756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Proses: Shot Lawan (goal)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0" y="35387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Paket Lineup Bertahan: [ Galang - Akmal - Wirawan - Arya Pivot - Pahrul 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Evaluasi &amp; Rekapitulasi Porprov Paser - Porprov Paser Tactical Analysis</dc:title>
  <dc:subject>PptxGenJS Presentation</dc:subject>
  <dc:creator>Fahlefi Futsal Analytics</dc:creator>
  <cp:lastModifiedBy>Fahlefi Futsal Analytics</cp:lastModifiedBy>
  <cp:revision>1</cp:revision>
  <dcterms:created xsi:type="dcterms:W3CDTF">2026-09-19T10:41:33Z</dcterms:created>
  <dcterms:modified xsi:type="dcterms:W3CDTF">2026-09-19T10:41:33Z</dcterms:modified>
</cp:coreProperties>
</file>